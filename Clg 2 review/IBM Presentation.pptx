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8" r:id="rId4"/>
    <p:sldId id="271" r:id="rId5"/>
    <p:sldId id="259" r:id="rId6"/>
    <p:sldId id="260" r:id="rId7"/>
    <p:sldId id="270" r:id="rId8"/>
    <p:sldId id="272" r:id="rId9"/>
    <p:sldId id="273" r:id="rId10"/>
    <p:sldId id="27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ADB0-707D-F294-ED49-81EABA92B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BFF54-F712-1CD4-57B1-D6A9E1186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C755-C50F-9E8A-257F-7D007CCD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9B35-91ED-03A3-F1C8-8CA87BFF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D6C7A-FCC0-13AB-C6BA-905D5A51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8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C018-F061-0D36-6952-AAF4B472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52D7-678D-F12D-5D47-92898AC4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31DF-BD92-41C9-96AF-B026E597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99FD-A354-EC9D-FAF4-A03FE26E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0C7B3-32A4-6232-4E50-B1A57BFF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32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F0C0-5FEF-3BF7-8D9A-05F7A7BC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4C41D-B801-D3B1-183A-7CA6C65A9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D324-1934-020D-62CE-53BCE7D2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89D83-122D-2625-DE0A-587EB099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0A07-264F-A52D-0520-520D649C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90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B441-F4C2-EC0E-4C11-8CEA1D78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DD04E-7444-F9DA-89FB-26E09BF84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0D1C1-1E72-694B-D336-7E6D76718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2866B-DC2D-463B-D60F-E1DC44BE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94286-487F-E4E4-F8CA-B196BD0D5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EA78-15EB-C38E-CEA5-7641A238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3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CFA4-F2AE-3D50-9AFB-A6AC2216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6EEE7-1C38-7B6A-F31B-2E3C15C5D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4EC60-1A70-80EA-EC3B-E4554E598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7343D-6B51-2593-AB2C-0CB8EBF36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9BEAB-9E10-1B62-ED71-96E24304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E8BA0-2CA2-EDD3-C924-886A3623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5F138-2BB3-263D-6F60-73507D84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7E437-E62A-BAB8-2002-EE489281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2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3242-5C2D-9744-BA5C-7FBC99BB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DE853-DB35-BB40-DCE4-059D5576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35DF8-1393-BCAF-8961-6D054295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B8E27-BC4C-EDFE-E9DF-27D2A095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9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A5D5C-27B2-624F-E7EF-3400F4CD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61958-DE0B-B90D-1C1D-CBE6BF79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FC31A-6D51-B36E-F508-11D573B1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45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B143-53F9-EA1C-7057-CEFAD00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F4C7-33BF-585C-3809-F4D861B09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214A-472B-504B-96B6-A5E9B4C9A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BD9D-C8CF-2D7A-009C-1E50FE5E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7A6DF-0880-618E-FD19-0E09EDA1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53F3A-058D-96DD-BC07-AB351BA8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83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173C-C0AE-4098-CA4B-6F442AC7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ECA43-148F-33DD-6AC1-4A67C20BD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0775-1AB3-7F95-AF58-128AED1F9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775A-D072-67B8-7E7A-CA06C90F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2BDD0-414B-0459-34D7-12C21CBC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12339-55B9-F4B9-CAA6-54DA901F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94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7144-4197-3209-6057-DA5B9060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9E156-3446-CAD7-0026-8A52528F1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FF73-12E1-3D75-82A9-4B4787C2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3545A-7FA4-6441-2887-2D0CD634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ECCC8-B19D-A39D-96F3-20D5161E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82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E0A07-569F-12B5-1FF1-FD75A3C0F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B0263-C8C2-523F-9C56-F1D5EB978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9CA8-258C-974E-A576-2DCFF30FE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0A1A-BB90-903A-452C-B81E5DC6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0069-DC2C-C0BD-A599-420B2088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63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82934-9E3A-971D-BF0F-875752C31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CF48-340B-5578-7428-A64D5FFCC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0D51-6130-BE30-6A8B-E3C6325C2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A65E3-341D-4F82-A44B-B14BC721642A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5E355-4BB9-7B2C-0D83-F57112400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9C60-1332-1079-19F2-C81EC38BA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96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42BAB8-7782-C219-78EF-6CC807907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12512"/>
            <a:ext cx="9144000" cy="524548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Project 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 Sentiment Analysis - using Modern Architecture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 – 31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 &amp; Enrolment No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Maharshi (23162172007)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Nitish Marker (23162582009)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(23162582002)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Sheetal pandya / Mr Palwinder Singh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computer technology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- 21-2-2026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D8D1A-E9AD-35BF-A0E1-8285C713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865" y="204007"/>
            <a:ext cx="5187620" cy="14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3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8BAA-B4E6-31B6-8FB5-D4B6B19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</a:t>
            </a:r>
            <a:r>
              <a:rPr lang="en-GB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</a:t>
            </a:r>
            <a:endParaRPr lang="en-GB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FC24C-FDD9-1F17-1A98-B0E47C0E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734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1042-461C-9F57-753C-54C5026C8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705"/>
            <a:ext cx="9144000" cy="850275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C4873-0DCF-758D-A569-95EAA64DA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42" y="1551398"/>
            <a:ext cx="12089258" cy="5306602"/>
          </a:xfrm>
        </p:spPr>
        <p:txBody>
          <a:bodyPr/>
          <a:lstStyle/>
          <a:p>
            <a:pPr algn="l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Gap: From Text to Data</a:t>
            </a:r>
          </a:p>
          <a:p>
            <a:pPr algn="l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complete ecosystem for movie enthusiasts to register, explore, and share opinions.</a:t>
            </a:r>
          </a:p>
          <a:p>
            <a:pPr algn="l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Sentiment Analysis: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rating bias by using AI to objectively quantify the "mood" of a written review.</a:t>
            </a:r>
          </a:p>
          <a:p>
            <a:pPr algn="l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Scoring: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Instantaneous generation of a 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1–10 scale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rating, providing immediate visual feedback for the community.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62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398F-E092-A7F0-F2BB-A1BAAB23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434" y="205483"/>
            <a:ext cx="10515600" cy="1047654"/>
          </a:xfrm>
        </p:spPr>
        <p:txBody>
          <a:bodyPr/>
          <a:lstStyle/>
          <a:p>
            <a:pPr algn="ctr"/>
            <a:r>
              <a:rPr lang="en-GB" sz="540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GB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F1153A-20AA-99FE-DD67-FA9763F8B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18" y="2110233"/>
            <a:ext cx="12020764" cy="284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spcAft>
                <a:spcPct val="0"/>
              </a:spcAft>
              <a:buNone/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Integration: 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middleware layer to connect pre-trained Machine Learning models with a front-end interface.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Insights: 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logic to translate raw model outputs into human-readable data visualizations and reports.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 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web interface can handle asynchronous requests to provide near-instant feedback from ML models.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33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3764-102E-9717-F08F-182B5549A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674" y="413446"/>
            <a:ext cx="9743326" cy="1004388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880D91-5228-5F11-82A0-BD8ADF2634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4660" y="1793073"/>
            <a:ext cx="11681717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Web Integration: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Seamlessly bridging the gap between Machine Learning models and interactive web interfaces to drive automated insights.</a:t>
            </a:r>
          </a:p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Security: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robust, multi-layer authentication framework to ensure user data integrity and privacy.</a:t>
            </a:r>
          </a:p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Excellence: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relational database architecture for high-performance storage and complex data retrieval.</a:t>
            </a:r>
          </a:p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 User Journeys: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a dynamic, personalized dashboard experience designed to increase user engagement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29283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5CDB-B5CF-74F0-2CCE-3DE7B631A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608"/>
            <a:ext cx="9144000" cy="953017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5824-099E-B03C-3828-52A3669B7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5914"/>
            <a:ext cx="12192000" cy="4626028"/>
          </a:xfrm>
        </p:spPr>
        <p:txBody>
          <a:bodyPr>
            <a:normAutofit/>
          </a:bodyPr>
          <a:lstStyle/>
          <a:p>
            <a:pPr lvl="1" algn="l"/>
            <a:endParaRPr lang="en-GB" sz="2800" dirty="0"/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Entry: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interacts with the Flask-based frontend, initiating a secure session through the Auth Layer.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reviews are passed to the AI Pipeline, where raw text is converted into numerical vectors and scored by the Rating Model.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fetches external metadata via OMDb API and merges it with internal user data.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interactions, scores, and metadata are committed to the Relational Database via the </a:t>
            </a: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ORM.</a:t>
            </a:r>
          </a:p>
        </p:txBody>
      </p:sp>
    </p:spTree>
    <p:extLst>
      <p:ext uri="{BB962C8B-B14F-4D97-AF65-F5344CB8AC3E}">
        <p14:creationId xmlns:p14="http://schemas.microsoft.com/office/powerpoint/2010/main" val="63000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827A13-C152-9050-7061-65BD467A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44" y="123290"/>
            <a:ext cx="10976915" cy="63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0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CF7D-8ED8-A055-F6F2-E013AE385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894"/>
            <a:ext cx="9144000" cy="904126"/>
          </a:xfrm>
        </p:spPr>
        <p:txBody>
          <a:bodyPr/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E7275-1CAF-7AE4-7CE0-F65E8290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69204"/>
            <a:ext cx="12192000" cy="5167902"/>
          </a:xfrm>
        </p:spPr>
        <p:txBody>
          <a:bodyPr>
            <a:normAutofit lnSpcReduction="10000"/>
          </a:bodyPr>
          <a:lstStyle/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 Module: Secure Entry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credentials through a multi-layer authentication framework to initiate a secure session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Pipeline: Intelligent Processing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user reviews into numerical vectors to be analysed and scored by specialized Machine Learning models.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 Engine: Data Enrichment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real-time external metadata via the OMDb API and merges it with internal user data structures. 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 Module: Data Commitment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the </a:t>
            </a: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to commit all processed scores, interactions, and metadata to the relational database.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Module: Personalized Delivery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the final processed data through a dynamic, Flask-based interface tailored to the individual user.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55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F7E9-F8C5-1CD9-D0F2-E7B86BE58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039"/>
            <a:ext cx="9144000" cy="1004388"/>
          </a:xfrm>
        </p:spPr>
        <p:txBody>
          <a:bodyPr/>
          <a:lstStyle/>
          <a:p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EDB87-C038-8EB9-90B9-2480671C0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418" y="1475377"/>
            <a:ext cx="11609798" cy="5382623"/>
          </a:xfrm>
        </p:spPr>
        <p:txBody>
          <a:bodyPr>
            <a:normAutofit lnSpcReduction="10000"/>
          </a:bodyPr>
          <a:lstStyle/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Accuracy &amp; Context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AI-driven sentiment analysis with real-time OMDb metadata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Reliability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a multi-layer authentication framework and SQL Alchemy ORM ensures that the application is not only secure against unauthorized access but also scalable and stable under heavy data loads.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Automation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pipeline replaces manual data entry and analysis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User Retention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tailored user journeys and personalized dashboards create a sticky user experience</a:t>
            </a:r>
          </a:p>
          <a:p>
            <a:pPr algn="l" fontAlgn="base">
              <a:spcAft>
                <a:spcPct val="0"/>
              </a:spcAft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design allows for easy integration of additional ML models or external APIs in the future without disrupting the existing core infrastructure or database integrity.</a:t>
            </a:r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88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9CFF1-228C-6787-9AF9-838EC5C6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67"/>
            <a:ext cx="10515600" cy="1058239"/>
          </a:xfrm>
        </p:spPr>
        <p:txBody>
          <a:bodyPr/>
          <a:lstStyle/>
          <a:p>
            <a:pPr algn="ctr"/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0578-C7E5-A8CB-970E-F7BCF3B91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8656"/>
            <a:ext cx="12192000" cy="5208997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Intelligence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bridges the gap between complex Machine Learning models and user-friendly web interfaces, transforming raw data into meaningful, automated insights.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Security-First Architecture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a robust authentication framework, the platform ensures that high-performance data processing never comes at the cost of user privacy or data integrity.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automation of the AI pipeline and external API synchronization significantly reduces manual overhead, providing a scalable solution for real-time data enrichment.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Foundation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design using Flask and </a:t>
            </a:r>
            <a:r>
              <a:rPr lang="en-GB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flexible baseline, allowing for the seamless addition of new data sources and advanced AI capabilities as requirements evolve.</a:t>
            </a:r>
          </a:p>
        </p:txBody>
      </p:sp>
    </p:spTree>
    <p:extLst>
      <p:ext uri="{BB962C8B-B14F-4D97-AF65-F5344CB8AC3E}">
        <p14:creationId xmlns:p14="http://schemas.microsoft.com/office/powerpoint/2010/main" val="937430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0522-B579-7DDE-DB44-FCB2343B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19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1853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706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contex</vt:lpstr>
      <vt:lpstr>Introduction</vt:lpstr>
      <vt:lpstr>Scope of project</vt:lpstr>
      <vt:lpstr>Project Objectives</vt:lpstr>
      <vt:lpstr>System Architecture</vt:lpstr>
      <vt:lpstr>PowerPoint Presentation</vt:lpstr>
      <vt:lpstr>Module description</vt:lpstr>
      <vt:lpstr>Advantages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Maharshi Patel</dc:creator>
  <cp:lastModifiedBy>Maharshi Patel</cp:lastModifiedBy>
  <cp:revision>8</cp:revision>
  <dcterms:created xsi:type="dcterms:W3CDTF">2026-02-20T05:46:32Z</dcterms:created>
  <dcterms:modified xsi:type="dcterms:W3CDTF">2026-04-16T06:30:54Z</dcterms:modified>
</cp:coreProperties>
</file>