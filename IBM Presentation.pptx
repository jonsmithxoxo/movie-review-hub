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1ADB0-707D-F294-ED49-81EABA92B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EBFF54-F712-1CD4-57B1-D6A9E1186B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5C755-C50F-9E8A-257F-7D007CCD3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65E3-341D-4F82-A44B-B14BC721642A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49B35-91ED-03A3-F1C8-8CA87BFF6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D6C7A-FCC0-13AB-C6BA-905D5A511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923C-C9C7-46BE-8797-0DF692721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5825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5C018-F061-0D36-6952-AAF4B4727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152D7-678D-F12D-5D47-92898AC46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A31DF-BD92-41C9-96AF-B026E597D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65E3-341D-4F82-A44B-B14BC721642A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799FD-A354-EC9D-FAF4-A03FE26EA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0C7B3-32A4-6232-4E50-B1A57BFFB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923C-C9C7-46BE-8797-0DF692721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6320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CF0C0-5FEF-3BF7-8D9A-05F7A7BCE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4C41D-B801-D3B1-183A-7CA6C65A9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5D324-1934-020D-62CE-53BCE7D20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65E3-341D-4F82-A44B-B14BC721642A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89D83-122D-2625-DE0A-587EB099F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80A07-264F-A52D-0520-520D649C0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923C-C9C7-46BE-8797-0DF692721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90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B441-F4C2-EC0E-4C11-8CEA1D78B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DD04E-7444-F9DA-89FB-26E09BF841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0D1C1-1E72-694B-D336-7E6D76718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2866B-DC2D-463B-D60F-E1DC44BEF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65E3-341D-4F82-A44B-B14BC721642A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94286-487F-E4E4-F8CA-B196BD0D5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CEA78-15EB-C38E-CEA5-7641A238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923C-C9C7-46BE-8797-0DF692721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231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7CFA4-F2AE-3D50-9AFB-A6AC22160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6EEE7-1C38-7B6A-F31B-2E3C15C5D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4EC60-1A70-80EA-EC3B-E4554E598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B7343D-6B51-2593-AB2C-0CB8EBF360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29BEAB-9E10-1B62-ED71-96E24304A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AE8BA0-2CA2-EDD3-C924-886A36233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65E3-341D-4F82-A44B-B14BC721642A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25F138-2BB3-263D-6F60-73507D84A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27E437-E62A-BAB8-2002-EE4892812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923C-C9C7-46BE-8797-0DF692721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426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43242-5C2D-9744-BA5C-7FBC99BB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BDE853-DB35-BB40-DCE4-059D55766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65E3-341D-4F82-A44B-B14BC721642A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835DF8-1393-BCAF-8961-6D0542955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6B8E27-BC4C-EDFE-E9DF-27D2A0953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923C-C9C7-46BE-8797-0DF692721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090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2A5D5C-27B2-624F-E7EF-3400F4CDD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65E3-341D-4F82-A44B-B14BC721642A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261958-DE0B-B90D-1C1D-CBE6BF79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FC31A-6D51-B36E-F508-11D573B17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923C-C9C7-46BE-8797-0DF692721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3458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BB143-53F9-EA1C-7057-CEFAD0060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0F4C7-33BF-585C-3809-F4D861B09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E214A-472B-504B-96B6-A5E9B4C9A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9BD9D-C8CF-2D7A-009C-1E50FE5E9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65E3-341D-4F82-A44B-B14BC721642A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7A6DF-0880-618E-FD19-0E09EDA16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E53F3A-058D-96DD-BC07-AB351BA82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923C-C9C7-46BE-8797-0DF692721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836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B173C-C0AE-4098-CA4B-6F442AC74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3ECA43-148F-33DD-6AC1-4A67C20BD5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90775-1AB3-7F95-AF58-128AED1F9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B775A-D072-67B8-7E7A-CA06C90FA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65E3-341D-4F82-A44B-B14BC721642A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02BDD0-414B-0459-34D7-12C21CBC9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412339-55B9-F4B9-CAA6-54DA901F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923C-C9C7-46BE-8797-0DF692721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94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97144-4197-3209-6057-DA5B9060B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9E156-3446-CAD7-0026-8A52528F1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6FF73-12E1-3D75-82A9-4B4787C26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65E3-341D-4F82-A44B-B14BC721642A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3545A-7FA4-6441-2887-2D0CD634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ECCC8-B19D-A39D-96F3-20D5161E0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923C-C9C7-46BE-8797-0DF692721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820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8E0A07-569F-12B5-1FF1-FD75A3C0F5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3B0263-C8C2-523F-9C56-F1D5EB978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B9CA8-258C-974E-A576-2DCFF30FE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65E3-341D-4F82-A44B-B14BC721642A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40A1A-BB90-903A-452C-B81E5DC62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0069-DC2C-C0BD-A599-420B2088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923C-C9C7-46BE-8797-0DF692721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8637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582934-9E3A-971D-BF0F-875752C31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4CF48-340B-5578-7428-A64D5FFCC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20D51-6130-BE30-6A8B-E3C6325C24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A65E3-341D-4F82-A44B-B14BC721642A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5E355-4BB9-7B2C-0D83-F57112400A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29C60-1332-1079-19F2-C81EC38BA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9923C-C9C7-46BE-8797-0DF692721B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965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F42BAB8-7782-C219-78EF-6CC807907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12512"/>
            <a:ext cx="9144000" cy="524548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Project Presentation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Review Sentiment Analysis - using Modern Architecture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ID – 31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name &amp; Enrolment No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Patel Maharshi (23162172007)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Nitish Marker (23162582009)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Bhavin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patel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(23162582002)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Sheetal pandya / Mr Palwinder Singh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computer technology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- 21-2-2026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ED8D1A-E9AD-35BF-A0E1-8285C7135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865" y="204007"/>
            <a:ext cx="5187620" cy="140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530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6C732-6A05-D6B5-5062-2C496AC29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24936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444A01-594F-4645-FEB4-D4C96C87B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6737" y="2147299"/>
            <a:ext cx="9291263" cy="2044557"/>
          </a:xfrm>
        </p:spPr>
        <p:txBody>
          <a:bodyPr/>
          <a:lstStyle/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movie review platforms rely on manual ratings.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intelligent sentiment-based rating systems.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AI-driven automated review analysis.</a:t>
            </a:r>
          </a:p>
          <a:p>
            <a:pPr algn="l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484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11042-461C-9F57-753C-54C5026C8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50275"/>
          </a:xfrm>
        </p:spPr>
        <p:txBody>
          <a:bodyPr>
            <a:normAutofit fontScale="90000"/>
          </a:bodyPr>
          <a:lstStyle/>
          <a:p>
            <a:r>
              <a:rPr lang="en-GB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BC4873-0DCF-758D-A569-95EAA64DAF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01411"/>
            <a:ext cx="9144000" cy="2956389"/>
          </a:xfrm>
        </p:spPr>
        <p:txBody>
          <a:bodyPr/>
          <a:lstStyle/>
          <a:p>
            <a:pPr lvl="1" algn="l"/>
            <a:r>
              <a:rPr lang="en-GB" sz="2800" dirty="0"/>
              <a:t>Full-stack AI-powered movie review web application.</a:t>
            </a:r>
          </a:p>
          <a:p>
            <a:pPr lvl="1" algn="l"/>
            <a:r>
              <a:rPr lang="en-GB" sz="2800" dirty="0"/>
              <a:t>Users can register, login, browse movies and write reviews.</a:t>
            </a:r>
          </a:p>
          <a:p>
            <a:pPr lvl="1" algn="l"/>
            <a:r>
              <a:rPr lang="en-GB" sz="2800" dirty="0"/>
              <a:t>AI generates rating (1–10) based on sentiment analysis.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9629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A3764-102E-9717-F08F-182B5549A1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83839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2E7371-D83E-8FC1-301C-FA127F2E42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860407"/>
          </a:xfrm>
        </p:spPr>
        <p:txBody>
          <a:bodyPr/>
          <a:lstStyle/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Machine Learning with Web Development.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secure authentication system.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relational structured data.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personalized dashboard experience.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312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45CDB-B5CF-74F0-2CCE-3DE7B631AF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53017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135824-099E-B03C-3828-52A3669B7C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75379"/>
            <a:ext cx="9144000" cy="4674741"/>
          </a:xfrm>
        </p:spPr>
        <p:txBody>
          <a:bodyPr/>
          <a:lstStyle/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→ Flask Application → Authentication Layer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Layer (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ORM)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 (Vectorizer + Rating Model)</a:t>
            </a:r>
          </a:p>
          <a:p>
            <a:pPr lvl="1" algn="l"/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OMDb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Integration</a:t>
            </a:r>
          </a:p>
          <a:p>
            <a:pPr lvl="1" algn="l"/>
            <a:endParaRPr lang="en-GB" sz="2800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827A13-C152-9050-7061-65BD467AE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8339" y="3429000"/>
            <a:ext cx="4821576" cy="307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004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014B-589A-A2F6-7421-90BBDD169D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22194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33C689-F823-E9AC-88A7-F958D88D3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91136"/>
            <a:ext cx="9144000" cy="2966663"/>
          </a:xfrm>
        </p:spPr>
        <p:txBody>
          <a:bodyPr/>
          <a:lstStyle/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Python 3.12, Flask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SQLite,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 Flask-Login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 Scikit-learn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Jinja2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API: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OMDb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469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76CEE-D642-6C79-6AA1-CA5EBC7972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17403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278A77-6C9A-2BBE-91F1-65A0EB0026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081" y="2762214"/>
            <a:ext cx="9144000" cy="2973423"/>
          </a:xfrm>
        </p:spPr>
        <p:txBody>
          <a:bodyPr/>
          <a:lstStyle/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Incremental Development Model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Phase-wise implementation and testing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→ Database → AI → Dashboard → UI Enhancement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761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79B49-0C8F-7A3F-5518-303C087C6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19453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B61806-C97E-0F2E-4FB3-B6DE20927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06202"/>
            <a:ext cx="9144000" cy="3151598"/>
          </a:xfrm>
        </p:spPr>
        <p:txBody>
          <a:bodyPr/>
          <a:lstStyle/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Table (id, username, email,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password_hash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Table (id,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imdb_id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title, poster)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Table (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review_text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ai_rating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movie_id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Mapping between User, Movie and Review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374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4CD27-A987-0642-4363-3984909D0D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17403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20FE7-235F-9489-5464-6AAE8CC3A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68539"/>
            <a:ext cx="9144000" cy="2689261"/>
          </a:xfrm>
        </p:spPr>
        <p:txBody>
          <a:bodyPr/>
          <a:lstStyle/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using Flask-Login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hashing for security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management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Protected routes: /dashboard, /home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651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3D0F3-133B-72E0-21BC-F901FDCC2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16880"/>
            <a:ext cx="9144000" cy="963291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Sentiment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79D636-DC9F-0148-6552-7B779A1FE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21960"/>
            <a:ext cx="9144000" cy="2935840"/>
          </a:xfrm>
        </p:spPr>
        <p:txBody>
          <a:bodyPr/>
          <a:lstStyle/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loaded using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rating_model.pkl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vectorized using trained vectorizer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score between 1–10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classification: Positive / Neutral / Negative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840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C9AAE-8506-8F83-8ABA-2D82479BD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42743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Aggregation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982701-D46F-93DF-0161-25BA766620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56973"/>
          </a:xfrm>
        </p:spPr>
        <p:txBody>
          <a:bodyPr>
            <a:normAutofit/>
          </a:bodyPr>
          <a:lstStyle/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 calculation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 equivalent (out of 5)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summary generation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review count per movie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905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1F57-A190-CC82-49F0-8FF98E09C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01646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4221F-7A8D-A854-A0A2-CA5907BE9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500811"/>
          </a:xfrm>
        </p:spPr>
        <p:txBody>
          <a:bodyPr>
            <a:normAutofit/>
          </a:bodyPr>
          <a:lstStyle/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review history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rating, sentiment and timestamp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linked to logged-in user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star visualization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551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38654-B582-8CC2-65CA-8313AF4C9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27677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F2E1BB-DC50-2C90-914B-B3A0F0DFE8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integrates ML with Web Architecture.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full-stack AI implementation.</a:t>
            </a:r>
          </a:p>
          <a:p>
            <a:pPr lvl="1"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foundation for future enhancements.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92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0522-B579-7DDE-DB44-FCB2343B5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1853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377</Words>
  <Application>Microsoft Office PowerPoint</Application>
  <PresentationFormat>Widescreen</PresentationFormat>
  <Paragraphs>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Problem Statement</vt:lpstr>
      <vt:lpstr>Introduction</vt:lpstr>
      <vt:lpstr>Project Objectives</vt:lpstr>
      <vt:lpstr>System Architecture</vt:lpstr>
      <vt:lpstr>Technology Stack</vt:lpstr>
      <vt:lpstr>Process Model</vt:lpstr>
      <vt:lpstr>Database Design</vt:lpstr>
      <vt:lpstr>Authentication System</vt:lpstr>
      <vt:lpstr>AI Sentiment Model</vt:lpstr>
      <vt:lpstr>Review Aggregation</vt:lpstr>
      <vt:lpstr>Dashboard Features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Maharshi Patel</dc:creator>
  <cp:lastModifiedBy>Maharshi Patel</cp:lastModifiedBy>
  <cp:revision>4</cp:revision>
  <dcterms:created xsi:type="dcterms:W3CDTF">2026-02-20T05:46:32Z</dcterms:created>
  <dcterms:modified xsi:type="dcterms:W3CDTF">2026-02-20T07:01:57Z</dcterms:modified>
</cp:coreProperties>
</file>